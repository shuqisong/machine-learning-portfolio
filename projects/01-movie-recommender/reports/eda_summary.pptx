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 Recommender — Stage 1: Exploratory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MovieLens (small, latest) dataset  •  Generated from 01_exploration.ipynb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100,836 ratings across 610 users and 9,724 movies</a:t>
            </a:r>
          </a:p>
          <a:p>
            <a:pPr>
              <a:defRPr sz="2000"/>
            </a:pPr>
            <a:r>
              <a:t>Average rating: 3.50 / 5.0</a:t>
            </a:r>
          </a:p>
          <a:p>
            <a:pPr>
              <a:defRPr sz="2000"/>
            </a:pPr>
            <a:r>
              <a:t>Median ratings per user: 70</a:t>
            </a:r>
          </a:p>
          <a:p>
            <a:pPr>
              <a:defRPr sz="2000"/>
            </a:pPr>
            <a:r>
              <a:t>Median ratings per movie: 3</a:t>
            </a:r>
          </a:p>
          <a:p>
            <a:pPr>
              <a:defRPr sz="2000"/>
            </a:pPr>
            <a:r>
              <a:t>Source files: movies.csv (movieId, title, genres), ratings.csv (userId, movieId, rating, timestamp)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are ratings distributed?</a:t>
            </a:r>
          </a:p>
        </p:txBody>
      </p:sp>
      <p:pic>
        <p:nvPicPr>
          <p:cNvPr id="3" name="Picture 2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4828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62472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Ratings skew toward 3-4 stars (average = 3.50). People tend to rate things they chose to watch, so high scores dominate.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active are users? How popular are movies?</a:t>
            </a:r>
          </a:p>
        </p:txBody>
      </p:sp>
      <p:pic>
        <p:nvPicPr>
          <p:cNvPr id="3" name="Picture 2" descr="activity_long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33880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22533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Both distributions are long-tailed: median user rates 70 movies, median movie gets 3 ratings — a few power users/blockbusters dominate the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Most-rated movies (popularity baseline candidates)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8046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#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Avg Rating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Forrest Gump (1994)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Shawshank Redemption, The (1994)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4.43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Pulp Fiction (1994)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Silence of the Lambs, The (1991)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Matrix, The (1999)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Star Wars: Episode IV - A New Hope (1977)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Jurassic Park (1993)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Braveheart (1995)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Terminator 2: Judgment Day (1991)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3.97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Schindler's List (1993)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4.22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The most-rated titles are the natural seed for Stage 2's popularity-based recommender.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sparse is the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x Movie grid: 610 x 9,724 = 5,931,640 possible cells</a:t>
            </a:r>
          </a:p>
          <a:p>
            <a:pPr>
              <a:defRPr sz="2000"/>
            </a:pPr>
            <a:r>
              <a:t>Actual ratings collected: 100,836</a:t>
            </a:r>
          </a:p>
          <a:p>
            <a:pPr>
              <a:defRPr sz="2000"/>
            </a:pPr>
            <a:r>
              <a:t>Density: 1.70%  (cells filled)</a:t>
            </a:r>
          </a:p>
          <a:p>
            <a:pPr>
              <a:defRPr sz="2000"/>
            </a:pPr>
            <a:r>
              <a:t>Sparsity: 98.30%  (cells empty)</a:t>
            </a:r>
          </a:p>
          <a:p>
            <a:pPr>
              <a:defRPr sz="2000"/>
            </a:pPr>
            <a:r>
              <a:t>This sparsity is why collaborative filtering needs to generalize from very few signals per user/movie.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 &amp;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Ratings skew toward 3-4 stars — people mostly rate things they like</a:t>
            </a:r>
          </a:p>
          <a:p>
            <a:pPr>
              <a:defRPr sz="2000"/>
            </a:pPr>
            <a:r>
              <a:t>Users and movies both follow a long-tail distribution of activity/popularity</a:t>
            </a:r>
          </a:p>
          <a:p>
            <a:pPr>
              <a:defRPr sz="2000"/>
            </a:pPr>
            <a:r>
              <a:t>The data is extremely sparse (98.3%) — models must generalize from few signals</a:t>
            </a:r>
          </a:p>
          <a:p>
            <a:pPr>
              <a:defRPr sz="2000"/>
            </a:pPr>
            <a:r>
              <a:t>Next: build a popularity baseline (02_baseline.ipynb), then content-based and collaborative filtering (SVD)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